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C7DDC-0DCC-1C3A-8FBE-FF9FABEF5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D28CE1A-1432-88EF-457F-AF4C35966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87B58B-4340-C7FB-C5E2-9E3663B3F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A501-10DB-468B-AAA7-C6264FF5550B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7795CB-0635-2479-4E40-8B49571E6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F84034-8098-5CCD-2626-B74E1ECB5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BA4D2-7FAE-4B13-A125-7100729756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2513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536167-519B-ABC7-4DE7-0AB6F522B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737B8E-8734-CD8B-C95F-1E18AFB39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D6CC45-0549-A8E1-AD3C-CDB3CFE9A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A501-10DB-468B-AAA7-C6264FF5550B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2B31EB-E70E-8EB6-9423-241E04CC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433147-1F67-E242-788E-CB12184FE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BA4D2-7FAE-4B13-A125-7100729756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8933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C1745A-B877-8712-FCA9-1BF57EDA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6A4180-81E5-3732-CEA5-625FE1C93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B1F219-A8BA-6612-25A5-139EF659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A501-10DB-468B-AAA7-C6264FF5550B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ED43A5-D84D-3C8C-50C5-1B8B392BA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1E6F47-F31A-4202-E678-D4E304E4E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BA4D2-7FAE-4B13-A125-7100729756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8942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65638C-D09F-0A9D-0B73-3130BA61D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4A7A16-8369-57A6-7B5F-A9B4863FF5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B9D190-F101-9011-07FA-F41AE5C2E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74D6CA-B4C7-66CB-C3A2-B545326BA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A501-10DB-468B-AAA7-C6264FF5550B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5A2F49-6B11-C3FD-9DDC-5A8835E53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B81E5BF-2B5E-1018-3C54-2F164A9B7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BA4D2-7FAE-4B13-A125-7100729756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888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7113A3-46BC-6027-3C8C-45EE7A736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4EB2BCE-EE2A-03B3-B0D0-28EF6B435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B9D0B5-6A63-3CEB-A90B-783A8AEF3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BA09361-341B-066C-18EF-FFE605BEC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466278A-C47E-3F0D-18D4-FF5C6C0D29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5D195A9-4AC7-F60F-65B9-761D4F0FA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A501-10DB-468B-AAA7-C6264FF5550B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ED33FCE-AE1F-39C9-594C-6E2A04359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4F6F9C4-F2B7-98C1-67FE-378C999EB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BA4D2-7FAE-4B13-A125-7100729756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2910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E41650-D5DA-D2B4-F96C-59DDC2703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08F2492-9A53-1714-03E3-88194F12B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A501-10DB-468B-AAA7-C6264FF5550B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EA86E98-84AD-CF58-97A5-E9B6B0373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719977C-177C-595A-DD83-D010AF4B5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BA4D2-7FAE-4B13-A125-7100729756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922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C9F6637-9430-C26B-7C1D-EA83DAC94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A501-10DB-468B-AAA7-C6264FF5550B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1EA541A-E02A-243A-A2D8-4AC23BEE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8E28968-3773-85A5-1185-0EE1B4C75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BA4D2-7FAE-4B13-A125-7100729756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4558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B3396F-50A6-AC6D-D2BF-9FAB19782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CA023A-93D4-3A66-B133-F282729D1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BAC5D8D-6EC2-CC33-0F17-4C6CE4306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DBB4BE-366C-DD17-D5FC-3F9999914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A501-10DB-468B-AAA7-C6264FF5550B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2D7A4B-6B03-BCE2-9E37-5534CBE07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150BEF-E815-1BF6-DB22-FEBD872B7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BA4D2-7FAE-4B13-A125-7100729756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143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0BC58D-A4AB-21BD-25B5-A6884AD93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4971575-33F9-8DA4-8B46-8DF99D4484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AFD5314-0FF7-288C-5DB4-2F0D16F6F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B06873-3C99-7E25-4550-F0A94E2EB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A501-10DB-468B-AAA7-C6264FF5550B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72F044-19F1-84A3-FFF4-413210767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D7D355-E9B7-FF88-6662-5F76A3F8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BA4D2-7FAE-4B13-A125-7100729756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0646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7A277B-4C4B-5F4D-89CF-631616FAC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E1D51A7-27F9-A8F4-6199-6B77A1341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C75D36-97B4-BBA6-8905-EDD411C8A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A501-10DB-468B-AAA7-C6264FF5550B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61AD24-2180-767E-07AD-FC4ACF636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7AF23B-9485-6507-D105-6E6C675C9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BA4D2-7FAE-4B13-A125-7100729756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8816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19B652E-22A0-323D-A163-F6004B692D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146C8E2-5330-AC0B-3753-97C2D9B2A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DB8F69-9B1E-0B8B-9D50-E83B919ED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A501-10DB-468B-AAA7-C6264FF5550B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BC6056-AF9F-60B4-5614-C92E657C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A971BE-51FF-7F92-B568-2F37AB89A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BA4D2-7FAE-4B13-A125-7100729756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676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82CB709-2228-325A-F48C-436ECD2DD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E9F663-81AD-59C9-9678-4151A6ED4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12056E-0955-49EE-4483-439AB1CB5D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CA501-10DB-468B-AAA7-C6264FF5550B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7BA77A-7AEE-48CC-4630-0E3F72377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289297-6327-7D16-8240-504E62C85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1BA4D2-7FAE-4B13-A125-7100729756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293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F6B9AF8C-F64A-053E-2AF5-1680706F1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321" y="352975"/>
            <a:ext cx="1195183" cy="6152049"/>
          </a:xfrm>
          <a:prstGeom prst="rect">
            <a:avLst/>
          </a:prstGeom>
        </p:spPr>
      </p:pic>
      <p:sp>
        <p:nvSpPr>
          <p:cNvPr id="15" name="フリーフォーム: 図形 14">
            <a:extLst>
              <a:ext uri="{FF2B5EF4-FFF2-40B4-BE49-F238E27FC236}">
                <a16:creationId xmlns:a16="http://schemas.microsoft.com/office/drawing/2014/main" id="{49C9807F-059A-B60C-255B-ED767C10ABC7}"/>
              </a:ext>
            </a:extLst>
          </p:cNvPr>
          <p:cNvSpPr/>
          <p:nvPr/>
        </p:nvSpPr>
        <p:spPr>
          <a:xfrm>
            <a:off x="1900238" y="1718195"/>
            <a:ext cx="440531" cy="595314"/>
          </a:xfrm>
          <a:custGeom>
            <a:avLst/>
            <a:gdLst>
              <a:gd name="connsiteX0" fmla="*/ 319088 w 440531"/>
              <a:gd name="connsiteY0" fmla="*/ 1070 h 658295"/>
              <a:gd name="connsiteX1" fmla="*/ 290513 w 440531"/>
              <a:gd name="connsiteY1" fmla="*/ 3451 h 658295"/>
              <a:gd name="connsiteX2" fmla="*/ 264319 w 440531"/>
              <a:gd name="connsiteY2" fmla="*/ 24882 h 658295"/>
              <a:gd name="connsiteX3" fmla="*/ 223838 w 440531"/>
              <a:gd name="connsiteY3" fmla="*/ 55838 h 658295"/>
              <a:gd name="connsiteX4" fmla="*/ 185738 w 440531"/>
              <a:gd name="connsiteY4" fmla="*/ 84413 h 658295"/>
              <a:gd name="connsiteX5" fmla="*/ 147638 w 440531"/>
              <a:gd name="connsiteY5" fmla="*/ 127276 h 658295"/>
              <a:gd name="connsiteX6" fmla="*/ 107156 w 440531"/>
              <a:gd name="connsiteY6" fmla="*/ 172520 h 658295"/>
              <a:gd name="connsiteX7" fmla="*/ 83344 w 440531"/>
              <a:gd name="connsiteY7" fmla="*/ 196332 h 658295"/>
              <a:gd name="connsiteX8" fmla="*/ 73819 w 440531"/>
              <a:gd name="connsiteY8" fmla="*/ 205857 h 658295"/>
              <a:gd name="connsiteX9" fmla="*/ 59531 w 440531"/>
              <a:gd name="connsiteY9" fmla="*/ 224907 h 658295"/>
              <a:gd name="connsiteX10" fmla="*/ 28575 w 440531"/>
              <a:gd name="connsiteY10" fmla="*/ 272532 h 658295"/>
              <a:gd name="connsiteX11" fmla="*/ 21431 w 440531"/>
              <a:gd name="connsiteY11" fmla="*/ 296345 h 658295"/>
              <a:gd name="connsiteX12" fmla="*/ 19050 w 440531"/>
              <a:gd name="connsiteY12" fmla="*/ 308251 h 658295"/>
              <a:gd name="connsiteX13" fmla="*/ 14288 w 440531"/>
              <a:gd name="connsiteY13" fmla="*/ 322538 h 658295"/>
              <a:gd name="connsiteX14" fmla="*/ 9525 w 440531"/>
              <a:gd name="connsiteY14" fmla="*/ 339207 h 658295"/>
              <a:gd name="connsiteX15" fmla="*/ 2381 w 440531"/>
              <a:gd name="connsiteY15" fmla="*/ 367782 h 658295"/>
              <a:gd name="connsiteX16" fmla="*/ 0 w 440531"/>
              <a:gd name="connsiteY16" fmla="*/ 377307 h 658295"/>
              <a:gd name="connsiteX17" fmla="*/ 4763 w 440531"/>
              <a:gd name="connsiteY17" fmla="*/ 443982 h 658295"/>
              <a:gd name="connsiteX18" fmla="*/ 19050 w 440531"/>
              <a:gd name="connsiteY18" fmla="*/ 472557 h 658295"/>
              <a:gd name="connsiteX19" fmla="*/ 28575 w 440531"/>
              <a:gd name="connsiteY19" fmla="*/ 484463 h 658295"/>
              <a:gd name="connsiteX20" fmla="*/ 45244 w 440531"/>
              <a:gd name="connsiteY20" fmla="*/ 508276 h 658295"/>
              <a:gd name="connsiteX21" fmla="*/ 57150 w 440531"/>
              <a:gd name="connsiteY21" fmla="*/ 517801 h 658295"/>
              <a:gd name="connsiteX22" fmla="*/ 66675 w 440531"/>
              <a:gd name="connsiteY22" fmla="*/ 527326 h 658295"/>
              <a:gd name="connsiteX23" fmla="*/ 78581 w 440531"/>
              <a:gd name="connsiteY23" fmla="*/ 534470 h 658295"/>
              <a:gd name="connsiteX24" fmla="*/ 107156 w 440531"/>
              <a:gd name="connsiteY24" fmla="*/ 560663 h 658295"/>
              <a:gd name="connsiteX25" fmla="*/ 147638 w 440531"/>
              <a:gd name="connsiteY25" fmla="*/ 589238 h 658295"/>
              <a:gd name="connsiteX26" fmla="*/ 159544 w 440531"/>
              <a:gd name="connsiteY26" fmla="*/ 596382 h 658295"/>
              <a:gd name="connsiteX27" fmla="*/ 169069 w 440531"/>
              <a:gd name="connsiteY27" fmla="*/ 603526 h 658295"/>
              <a:gd name="connsiteX28" fmla="*/ 183356 w 440531"/>
              <a:gd name="connsiteY28" fmla="*/ 608288 h 658295"/>
              <a:gd name="connsiteX29" fmla="*/ 209550 w 440531"/>
              <a:gd name="connsiteY29" fmla="*/ 624957 h 658295"/>
              <a:gd name="connsiteX30" fmla="*/ 221456 w 440531"/>
              <a:gd name="connsiteY30" fmla="*/ 627338 h 658295"/>
              <a:gd name="connsiteX31" fmla="*/ 233363 w 440531"/>
              <a:gd name="connsiteY31" fmla="*/ 634482 h 658295"/>
              <a:gd name="connsiteX32" fmla="*/ 245269 w 440531"/>
              <a:gd name="connsiteY32" fmla="*/ 636863 h 658295"/>
              <a:gd name="connsiteX33" fmla="*/ 261938 w 440531"/>
              <a:gd name="connsiteY33" fmla="*/ 641626 h 658295"/>
              <a:gd name="connsiteX34" fmla="*/ 292894 w 440531"/>
              <a:gd name="connsiteY34" fmla="*/ 648770 h 658295"/>
              <a:gd name="connsiteX35" fmla="*/ 321469 w 440531"/>
              <a:gd name="connsiteY35" fmla="*/ 658295 h 658295"/>
              <a:gd name="connsiteX36" fmla="*/ 385763 w 440531"/>
              <a:gd name="connsiteY36" fmla="*/ 648770 h 658295"/>
              <a:gd name="connsiteX37" fmla="*/ 397669 w 440531"/>
              <a:gd name="connsiteY37" fmla="*/ 644007 h 658295"/>
              <a:gd name="connsiteX38" fmla="*/ 416719 w 440531"/>
              <a:gd name="connsiteY38" fmla="*/ 632101 h 658295"/>
              <a:gd name="connsiteX39" fmla="*/ 435769 w 440531"/>
              <a:gd name="connsiteY39" fmla="*/ 610670 h 658295"/>
              <a:gd name="connsiteX40" fmla="*/ 440531 w 440531"/>
              <a:gd name="connsiteY40" fmla="*/ 603526 h 658295"/>
              <a:gd name="connsiteX41" fmla="*/ 433388 w 440531"/>
              <a:gd name="connsiteY41" fmla="*/ 546376 h 658295"/>
              <a:gd name="connsiteX42" fmla="*/ 428625 w 440531"/>
              <a:gd name="connsiteY42" fmla="*/ 534470 h 658295"/>
              <a:gd name="connsiteX43" fmla="*/ 416719 w 440531"/>
              <a:gd name="connsiteY43" fmla="*/ 515420 h 658295"/>
              <a:gd name="connsiteX44" fmla="*/ 409575 w 440531"/>
              <a:gd name="connsiteY44" fmla="*/ 505895 h 658295"/>
              <a:gd name="connsiteX45" fmla="*/ 397669 w 440531"/>
              <a:gd name="connsiteY45" fmla="*/ 484463 h 658295"/>
              <a:gd name="connsiteX46" fmla="*/ 388144 w 440531"/>
              <a:gd name="connsiteY46" fmla="*/ 474938 h 658295"/>
              <a:gd name="connsiteX47" fmla="*/ 345281 w 440531"/>
              <a:gd name="connsiteY47" fmla="*/ 443982 h 658295"/>
              <a:gd name="connsiteX48" fmla="*/ 330994 w 440531"/>
              <a:gd name="connsiteY48" fmla="*/ 439220 h 658295"/>
              <a:gd name="connsiteX49" fmla="*/ 314325 w 440531"/>
              <a:gd name="connsiteY49" fmla="*/ 432076 h 658295"/>
              <a:gd name="connsiteX50" fmla="*/ 273844 w 440531"/>
              <a:gd name="connsiteY50" fmla="*/ 408263 h 658295"/>
              <a:gd name="connsiteX51" fmla="*/ 271463 w 440531"/>
              <a:gd name="connsiteY51" fmla="*/ 396357 h 658295"/>
              <a:gd name="connsiteX52" fmla="*/ 323850 w 440531"/>
              <a:gd name="connsiteY52" fmla="*/ 313013 h 658295"/>
              <a:gd name="connsiteX53" fmla="*/ 338138 w 440531"/>
              <a:gd name="connsiteY53" fmla="*/ 293963 h 658295"/>
              <a:gd name="connsiteX54" fmla="*/ 361950 w 440531"/>
              <a:gd name="connsiteY54" fmla="*/ 267770 h 658295"/>
              <a:gd name="connsiteX55" fmla="*/ 411956 w 440531"/>
              <a:gd name="connsiteY55" fmla="*/ 162995 h 658295"/>
              <a:gd name="connsiteX56" fmla="*/ 421481 w 440531"/>
              <a:gd name="connsiteY56" fmla="*/ 124895 h 658295"/>
              <a:gd name="connsiteX57" fmla="*/ 416719 w 440531"/>
              <a:gd name="connsiteY57" fmla="*/ 62982 h 658295"/>
              <a:gd name="connsiteX58" fmla="*/ 407194 w 440531"/>
              <a:gd name="connsiteY58" fmla="*/ 58220 h 658295"/>
              <a:gd name="connsiteX59" fmla="*/ 388144 w 440531"/>
              <a:gd name="connsiteY59" fmla="*/ 46313 h 658295"/>
              <a:gd name="connsiteX60" fmla="*/ 361950 w 440531"/>
              <a:gd name="connsiteY60" fmla="*/ 27263 h 658295"/>
              <a:gd name="connsiteX61" fmla="*/ 326231 w 440531"/>
              <a:gd name="connsiteY61" fmla="*/ 10595 h 658295"/>
              <a:gd name="connsiteX62" fmla="*/ 311944 w 440531"/>
              <a:gd name="connsiteY62" fmla="*/ 5832 h 658295"/>
              <a:gd name="connsiteX63" fmla="*/ 319088 w 440531"/>
              <a:gd name="connsiteY63" fmla="*/ 1070 h 658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40531" h="658295">
                <a:moveTo>
                  <a:pt x="319088" y="1070"/>
                </a:moveTo>
                <a:cubicBezTo>
                  <a:pt x="315516" y="673"/>
                  <a:pt x="299278" y="-360"/>
                  <a:pt x="290513" y="3451"/>
                </a:cubicBezTo>
                <a:cubicBezTo>
                  <a:pt x="280167" y="7949"/>
                  <a:pt x="273705" y="18624"/>
                  <a:pt x="264319" y="24882"/>
                </a:cubicBezTo>
                <a:cubicBezTo>
                  <a:pt x="218561" y="55389"/>
                  <a:pt x="266358" y="22177"/>
                  <a:pt x="223838" y="55838"/>
                </a:cubicBezTo>
                <a:cubicBezTo>
                  <a:pt x="211391" y="65692"/>
                  <a:pt x="185738" y="84413"/>
                  <a:pt x="185738" y="84413"/>
                </a:cubicBezTo>
                <a:cubicBezTo>
                  <a:pt x="168760" y="112710"/>
                  <a:pt x="189200" y="80825"/>
                  <a:pt x="147638" y="127276"/>
                </a:cubicBezTo>
                <a:cubicBezTo>
                  <a:pt x="134144" y="142357"/>
                  <a:pt x="120946" y="157709"/>
                  <a:pt x="107156" y="172520"/>
                </a:cubicBezTo>
                <a:cubicBezTo>
                  <a:pt x="99507" y="180736"/>
                  <a:pt x="91281" y="188395"/>
                  <a:pt x="83344" y="196332"/>
                </a:cubicBezTo>
                <a:cubicBezTo>
                  <a:pt x="80169" y="199507"/>
                  <a:pt x="76513" y="202265"/>
                  <a:pt x="73819" y="205857"/>
                </a:cubicBezTo>
                <a:cubicBezTo>
                  <a:pt x="69056" y="212207"/>
                  <a:pt x="64371" y="218616"/>
                  <a:pt x="59531" y="224907"/>
                </a:cubicBezTo>
                <a:cubicBezTo>
                  <a:pt x="47700" y="240286"/>
                  <a:pt x="35223" y="252587"/>
                  <a:pt x="28575" y="272532"/>
                </a:cubicBezTo>
                <a:cubicBezTo>
                  <a:pt x="24623" y="284390"/>
                  <a:pt x="23828" y="285558"/>
                  <a:pt x="21431" y="296345"/>
                </a:cubicBezTo>
                <a:cubicBezTo>
                  <a:pt x="20553" y="300296"/>
                  <a:pt x="20115" y="304346"/>
                  <a:pt x="19050" y="308251"/>
                </a:cubicBezTo>
                <a:cubicBezTo>
                  <a:pt x="17729" y="313094"/>
                  <a:pt x="15764" y="317740"/>
                  <a:pt x="14288" y="322538"/>
                </a:cubicBezTo>
                <a:cubicBezTo>
                  <a:pt x="12589" y="328061"/>
                  <a:pt x="11014" y="333623"/>
                  <a:pt x="9525" y="339207"/>
                </a:cubicBezTo>
                <a:cubicBezTo>
                  <a:pt x="6995" y="348694"/>
                  <a:pt x="4762" y="358257"/>
                  <a:pt x="2381" y="367782"/>
                </a:cubicBezTo>
                <a:lnTo>
                  <a:pt x="0" y="377307"/>
                </a:lnTo>
                <a:cubicBezTo>
                  <a:pt x="576" y="391123"/>
                  <a:pt x="-1911" y="423960"/>
                  <a:pt x="4763" y="443982"/>
                </a:cubicBezTo>
                <a:cubicBezTo>
                  <a:pt x="8057" y="453863"/>
                  <a:pt x="12765" y="464176"/>
                  <a:pt x="19050" y="472557"/>
                </a:cubicBezTo>
                <a:cubicBezTo>
                  <a:pt x="22099" y="476623"/>
                  <a:pt x="25586" y="480353"/>
                  <a:pt x="28575" y="484463"/>
                </a:cubicBezTo>
                <a:cubicBezTo>
                  <a:pt x="30652" y="487319"/>
                  <a:pt x="41356" y="504388"/>
                  <a:pt x="45244" y="508276"/>
                </a:cubicBezTo>
                <a:cubicBezTo>
                  <a:pt x="48838" y="511870"/>
                  <a:pt x="53351" y="514424"/>
                  <a:pt x="57150" y="517801"/>
                </a:cubicBezTo>
                <a:cubicBezTo>
                  <a:pt x="60506" y="520784"/>
                  <a:pt x="63131" y="524569"/>
                  <a:pt x="66675" y="527326"/>
                </a:cubicBezTo>
                <a:cubicBezTo>
                  <a:pt x="70328" y="530168"/>
                  <a:pt x="74942" y="531611"/>
                  <a:pt x="78581" y="534470"/>
                </a:cubicBezTo>
                <a:cubicBezTo>
                  <a:pt x="130137" y="574978"/>
                  <a:pt x="83529" y="539990"/>
                  <a:pt x="107156" y="560663"/>
                </a:cubicBezTo>
                <a:cubicBezTo>
                  <a:pt x="119888" y="571803"/>
                  <a:pt x="133109" y="579837"/>
                  <a:pt x="147638" y="589238"/>
                </a:cubicBezTo>
                <a:cubicBezTo>
                  <a:pt x="151524" y="591752"/>
                  <a:pt x="155841" y="593605"/>
                  <a:pt x="159544" y="596382"/>
                </a:cubicBezTo>
                <a:cubicBezTo>
                  <a:pt x="162719" y="598763"/>
                  <a:pt x="165519" y="601751"/>
                  <a:pt x="169069" y="603526"/>
                </a:cubicBezTo>
                <a:cubicBezTo>
                  <a:pt x="173559" y="605771"/>
                  <a:pt x="178594" y="606701"/>
                  <a:pt x="183356" y="608288"/>
                </a:cubicBezTo>
                <a:cubicBezTo>
                  <a:pt x="193801" y="616644"/>
                  <a:pt x="196604" y="620249"/>
                  <a:pt x="209550" y="624957"/>
                </a:cubicBezTo>
                <a:cubicBezTo>
                  <a:pt x="213354" y="626340"/>
                  <a:pt x="217487" y="626544"/>
                  <a:pt x="221456" y="627338"/>
                </a:cubicBezTo>
                <a:cubicBezTo>
                  <a:pt x="225425" y="629719"/>
                  <a:pt x="229065" y="632763"/>
                  <a:pt x="233363" y="634482"/>
                </a:cubicBezTo>
                <a:cubicBezTo>
                  <a:pt x="237121" y="635985"/>
                  <a:pt x="241343" y="635881"/>
                  <a:pt x="245269" y="636863"/>
                </a:cubicBezTo>
                <a:cubicBezTo>
                  <a:pt x="250875" y="638265"/>
                  <a:pt x="256456" y="639799"/>
                  <a:pt x="261938" y="641626"/>
                </a:cubicBezTo>
                <a:cubicBezTo>
                  <a:pt x="285495" y="649478"/>
                  <a:pt x="261055" y="644789"/>
                  <a:pt x="292894" y="648770"/>
                </a:cubicBezTo>
                <a:cubicBezTo>
                  <a:pt x="302419" y="651945"/>
                  <a:pt x="311429" y="658295"/>
                  <a:pt x="321469" y="658295"/>
                </a:cubicBezTo>
                <a:cubicBezTo>
                  <a:pt x="343134" y="658295"/>
                  <a:pt x="364469" y="652763"/>
                  <a:pt x="385763" y="648770"/>
                </a:cubicBezTo>
                <a:cubicBezTo>
                  <a:pt x="389964" y="647982"/>
                  <a:pt x="393905" y="646034"/>
                  <a:pt x="397669" y="644007"/>
                </a:cubicBezTo>
                <a:cubicBezTo>
                  <a:pt x="404262" y="640457"/>
                  <a:pt x="411424" y="637396"/>
                  <a:pt x="416719" y="632101"/>
                </a:cubicBezTo>
                <a:cubicBezTo>
                  <a:pt x="425954" y="622866"/>
                  <a:pt x="425928" y="623323"/>
                  <a:pt x="435769" y="610670"/>
                </a:cubicBezTo>
                <a:cubicBezTo>
                  <a:pt x="437526" y="608411"/>
                  <a:pt x="438944" y="605907"/>
                  <a:pt x="440531" y="603526"/>
                </a:cubicBezTo>
                <a:cubicBezTo>
                  <a:pt x="438150" y="584476"/>
                  <a:pt x="436650" y="565295"/>
                  <a:pt x="433388" y="546376"/>
                </a:cubicBezTo>
                <a:cubicBezTo>
                  <a:pt x="432662" y="542164"/>
                  <a:pt x="430537" y="538293"/>
                  <a:pt x="428625" y="534470"/>
                </a:cubicBezTo>
                <a:cubicBezTo>
                  <a:pt x="426771" y="530762"/>
                  <a:pt x="419868" y="519828"/>
                  <a:pt x="416719" y="515420"/>
                </a:cubicBezTo>
                <a:cubicBezTo>
                  <a:pt x="414412" y="512190"/>
                  <a:pt x="411678" y="509261"/>
                  <a:pt x="409575" y="505895"/>
                </a:cubicBezTo>
                <a:cubicBezTo>
                  <a:pt x="402383" y="494388"/>
                  <a:pt x="407108" y="496600"/>
                  <a:pt x="397669" y="484463"/>
                </a:cubicBezTo>
                <a:cubicBezTo>
                  <a:pt x="394912" y="480919"/>
                  <a:pt x="391553" y="477860"/>
                  <a:pt x="388144" y="474938"/>
                </a:cubicBezTo>
                <a:cubicBezTo>
                  <a:pt x="376376" y="464852"/>
                  <a:pt x="359770" y="451226"/>
                  <a:pt x="345281" y="443982"/>
                </a:cubicBezTo>
                <a:cubicBezTo>
                  <a:pt x="340791" y="441737"/>
                  <a:pt x="335679" y="441022"/>
                  <a:pt x="330994" y="439220"/>
                </a:cubicBezTo>
                <a:cubicBezTo>
                  <a:pt x="325352" y="437050"/>
                  <a:pt x="319732" y="434780"/>
                  <a:pt x="314325" y="432076"/>
                </a:cubicBezTo>
                <a:cubicBezTo>
                  <a:pt x="291620" y="420723"/>
                  <a:pt x="291507" y="420038"/>
                  <a:pt x="273844" y="408263"/>
                </a:cubicBezTo>
                <a:cubicBezTo>
                  <a:pt x="273050" y="404294"/>
                  <a:pt x="271153" y="400392"/>
                  <a:pt x="271463" y="396357"/>
                </a:cubicBezTo>
                <a:cubicBezTo>
                  <a:pt x="274016" y="363161"/>
                  <a:pt x="307684" y="334775"/>
                  <a:pt x="323850" y="313013"/>
                </a:cubicBezTo>
                <a:cubicBezTo>
                  <a:pt x="328583" y="306641"/>
                  <a:pt x="332525" y="299576"/>
                  <a:pt x="338138" y="293963"/>
                </a:cubicBezTo>
                <a:cubicBezTo>
                  <a:pt x="346431" y="285670"/>
                  <a:pt x="355739" y="277933"/>
                  <a:pt x="361950" y="267770"/>
                </a:cubicBezTo>
                <a:cubicBezTo>
                  <a:pt x="382119" y="234765"/>
                  <a:pt x="400386" y="200021"/>
                  <a:pt x="411956" y="162995"/>
                </a:cubicBezTo>
                <a:cubicBezTo>
                  <a:pt x="415861" y="150500"/>
                  <a:pt x="418306" y="137595"/>
                  <a:pt x="421481" y="124895"/>
                </a:cubicBezTo>
                <a:cubicBezTo>
                  <a:pt x="423737" y="100088"/>
                  <a:pt x="427280" y="88630"/>
                  <a:pt x="416719" y="62982"/>
                </a:cubicBezTo>
                <a:cubicBezTo>
                  <a:pt x="415367" y="59700"/>
                  <a:pt x="410260" y="60009"/>
                  <a:pt x="407194" y="58220"/>
                </a:cubicBezTo>
                <a:cubicBezTo>
                  <a:pt x="400726" y="54447"/>
                  <a:pt x="394238" y="50666"/>
                  <a:pt x="388144" y="46313"/>
                </a:cubicBezTo>
                <a:cubicBezTo>
                  <a:pt x="367068" y="31258"/>
                  <a:pt x="381585" y="37735"/>
                  <a:pt x="361950" y="27263"/>
                </a:cubicBezTo>
                <a:cubicBezTo>
                  <a:pt x="348690" y="20191"/>
                  <a:pt x="339453" y="15403"/>
                  <a:pt x="326231" y="10595"/>
                </a:cubicBezTo>
                <a:cubicBezTo>
                  <a:pt x="321513" y="8879"/>
                  <a:pt x="316514" y="7909"/>
                  <a:pt x="311944" y="5832"/>
                </a:cubicBezTo>
                <a:cubicBezTo>
                  <a:pt x="290838" y="-3762"/>
                  <a:pt x="322660" y="1467"/>
                  <a:pt x="319088" y="1070"/>
                </a:cubicBezTo>
                <a:close/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6586AB8E-76DD-A1C8-DEFA-5CFA0A5505AC}"/>
              </a:ext>
            </a:extLst>
          </p:cNvPr>
          <p:cNvSpPr/>
          <p:nvPr/>
        </p:nvSpPr>
        <p:spPr>
          <a:xfrm>
            <a:off x="1905001" y="2947986"/>
            <a:ext cx="440531" cy="595313"/>
          </a:xfrm>
          <a:custGeom>
            <a:avLst/>
            <a:gdLst>
              <a:gd name="connsiteX0" fmla="*/ 319088 w 440531"/>
              <a:gd name="connsiteY0" fmla="*/ 1070 h 658295"/>
              <a:gd name="connsiteX1" fmla="*/ 290513 w 440531"/>
              <a:gd name="connsiteY1" fmla="*/ 3451 h 658295"/>
              <a:gd name="connsiteX2" fmla="*/ 264319 w 440531"/>
              <a:gd name="connsiteY2" fmla="*/ 24882 h 658295"/>
              <a:gd name="connsiteX3" fmla="*/ 223838 w 440531"/>
              <a:gd name="connsiteY3" fmla="*/ 55838 h 658295"/>
              <a:gd name="connsiteX4" fmla="*/ 185738 w 440531"/>
              <a:gd name="connsiteY4" fmla="*/ 84413 h 658295"/>
              <a:gd name="connsiteX5" fmla="*/ 147638 w 440531"/>
              <a:gd name="connsiteY5" fmla="*/ 127276 h 658295"/>
              <a:gd name="connsiteX6" fmla="*/ 107156 w 440531"/>
              <a:gd name="connsiteY6" fmla="*/ 172520 h 658295"/>
              <a:gd name="connsiteX7" fmla="*/ 83344 w 440531"/>
              <a:gd name="connsiteY7" fmla="*/ 196332 h 658295"/>
              <a:gd name="connsiteX8" fmla="*/ 73819 w 440531"/>
              <a:gd name="connsiteY8" fmla="*/ 205857 h 658295"/>
              <a:gd name="connsiteX9" fmla="*/ 59531 w 440531"/>
              <a:gd name="connsiteY9" fmla="*/ 224907 h 658295"/>
              <a:gd name="connsiteX10" fmla="*/ 28575 w 440531"/>
              <a:gd name="connsiteY10" fmla="*/ 272532 h 658295"/>
              <a:gd name="connsiteX11" fmla="*/ 21431 w 440531"/>
              <a:gd name="connsiteY11" fmla="*/ 296345 h 658295"/>
              <a:gd name="connsiteX12" fmla="*/ 19050 w 440531"/>
              <a:gd name="connsiteY12" fmla="*/ 308251 h 658295"/>
              <a:gd name="connsiteX13" fmla="*/ 14288 w 440531"/>
              <a:gd name="connsiteY13" fmla="*/ 322538 h 658295"/>
              <a:gd name="connsiteX14" fmla="*/ 9525 w 440531"/>
              <a:gd name="connsiteY14" fmla="*/ 339207 h 658295"/>
              <a:gd name="connsiteX15" fmla="*/ 2381 w 440531"/>
              <a:gd name="connsiteY15" fmla="*/ 367782 h 658295"/>
              <a:gd name="connsiteX16" fmla="*/ 0 w 440531"/>
              <a:gd name="connsiteY16" fmla="*/ 377307 h 658295"/>
              <a:gd name="connsiteX17" fmla="*/ 4763 w 440531"/>
              <a:gd name="connsiteY17" fmla="*/ 443982 h 658295"/>
              <a:gd name="connsiteX18" fmla="*/ 19050 w 440531"/>
              <a:gd name="connsiteY18" fmla="*/ 472557 h 658295"/>
              <a:gd name="connsiteX19" fmla="*/ 28575 w 440531"/>
              <a:gd name="connsiteY19" fmla="*/ 484463 h 658295"/>
              <a:gd name="connsiteX20" fmla="*/ 45244 w 440531"/>
              <a:gd name="connsiteY20" fmla="*/ 508276 h 658295"/>
              <a:gd name="connsiteX21" fmla="*/ 57150 w 440531"/>
              <a:gd name="connsiteY21" fmla="*/ 517801 h 658295"/>
              <a:gd name="connsiteX22" fmla="*/ 66675 w 440531"/>
              <a:gd name="connsiteY22" fmla="*/ 527326 h 658295"/>
              <a:gd name="connsiteX23" fmla="*/ 78581 w 440531"/>
              <a:gd name="connsiteY23" fmla="*/ 534470 h 658295"/>
              <a:gd name="connsiteX24" fmla="*/ 107156 w 440531"/>
              <a:gd name="connsiteY24" fmla="*/ 560663 h 658295"/>
              <a:gd name="connsiteX25" fmla="*/ 147638 w 440531"/>
              <a:gd name="connsiteY25" fmla="*/ 589238 h 658295"/>
              <a:gd name="connsiteX26" fmla="*/ 159544 w 440531"/>
              <a:gd name="connsiteY26" fmla="*/ 596382 h 658295"/>
              <a:gd name="connsiteX27" fmla="*/ 169069 w 440531"/>
              <a:gd name="connsiteY27" fmla="*/ 603526 h 658295"/>
              <a:gd name="connsiteX28" fmla="*/ 183356 w 440531"/>
              <a:gd name="connsiteY28" fmla="*/ 608288 h 658295"/>
              <a:gd name="connsiteX29" fmla="*/ 209550 w 440531"/>
              <a:gd name="connsiteY29" fmla="*/ 624957 h 658295"/>
              <a:gd name="connsiteX30" fmla="*/ 221456 w 440531"/>
              <a:gd name="connsiteY30" fmla="*/ 627338 h 658295"/>
              <a:gd name="connsiteX31" fmla="*/ 233363 w 440531"/>
              <a:gd name="connsiteY31" fmla="*/ 634482 h 658295"/>
              <a:gd name="connsiteX32" fmla="*/ 245269 w 440531"/>
              <a:gd name="connsiteY32" fmla="*/ 636863 h 658295"/>
              <a:gd name="connsiteX33" fmla="*/ 261938 w 440531"/>
              <a:gd name="connsiteY33" fmla="*/ 641626 h 658295"/>
              <a:gd name="connsiteX34" fmla="*/ 292894 w 440531"/>
              <a:gd name="connsiteY34" fmla="*/ 648770 h 658295"/>
              <a:gd name="connsiteX35" fmla="*/ 321469 w 440531"/>
              <a:gd name="connsiteY35" fmla="*/ 658295 h 658295"/>
              <a:gd name="connsiteX36" fmla="*/ 385763 w 440531"/>
              <a:gd name="connsiteY36" fmla="*/ 648770 h 658295"/>
              <a:gd name="connsiteX37" fmla="*/ 397669 w 440531"/>
              <a:gd name="connsiteY37" fmla="*/ 644007 h 658295"/>
              <a:gd name="connsiteX38" fmla="*/ 416719 w 440531"/>
              <a:gd name="connsiteY38" fmla="*/ 632101 h 658295"/>
              <a:gd name="connsiteX39" fmla="*/ 435769 w 440531"/>
              <a:gd name="connsiteY39" fmla="*/ 610670 h 658295"/>
              <a:gd name="connsiteX40" fmla="*/ 440531 w 440531"/>
              <a:gd name="connsiteY40" fmla="*/ 603526 h 658295"/>
              <a:gd name="connsiteX41" fmla="*/ 433388 w 440531"/>
              <a:gd name="connsiteY41" fmla="*/ 546376 h 658295"/>
              <a:gd name="connsiteX42" fmla="*/ 428625 w 440531"/>
              <a:gd name="connsiteY42" fmla="*/ 534470 h 658295"/>
              <a:gd name="connsiteX43" fmla="*/ 416719 w 440531"/>
              <a:gd name="connsiteY43" fmla="*/ 515420 h 658295"/>
              <a:gd name="connsiteX44" fmla="*/ 409575 w 440531"/>
              <a:gd name="connsiteY44" fmla="*/ 505895 h 658295"/>
              <a:gd name="connsiteX45" fmla="*/ 397669 w 440531"/>
              <a:gd name="connsiteY45" fmla="*/ 484463 h 658295"/>
              <a:gd name="connsiteX46" fmla="*/ 388144 w 440531"/>
              <a:gd name="connsiteY46" fmla="*/ 474938 h 658295"/>
              <a:gd name="connsiteX47" fmla="*/ 345281 w 440531"/>
              <a:gd name="connsiteY47" fmla="*/ 443982 h 658295"/>
              <a:gd name="connsiteX48" fmla="*/ 330994 w 440531"/>
              <a:gd name="connsiteY48" fmla="*/ 439220 h 658295"/>
              <a:gd name="connsiteX49" fmla="*/ 314325 w 440531"/>
              <a:gd name="connsiteY49" fmla="*/ 432076 h 658295"/>
              <a:gd name="connsiteX50" fmla="*/ 273844 w 440531"/>
              <a:gd name="connsiteY50" fmla="*/ 408263 h 658295"/>
              <a:gd name="connsiteX51" fmla="*/ 271463 w 440531"/>
              <a:gd name="connsiteY51" fmla="*/ 396357 h 658295"/>
              <a:gd name="connsiteX52" fmla="*/ 323850 w 440531"/>
              <a:gd name="connsiteY52" fmla="*/ 313013 h 658295"/>
              <a:gd name="connsiteX53" fmla="*/ 338138 w 440531"/>
              <a:gd name="connsiteY53" fmla="*/ 293963 h 658295"/>
              <a:gd name="connsiteX54" fmla="*/ 361950 w 440531"/>
              <a:gd name="connsiteY54" fmla="*/ 267770 h 658295"/>
              <a:gd name="connsiteX55" fmla="*/ 411956 w 440531"/>
              <a:gd name="connsiteY55" fmla="*/ 162995 h 658295"/>
              <a:gd name="connsiteX56" fmla="*/ 421481 w 440531"/>
              <a:gd name="connsiteY56" fmla="*/ 124895 h 658295"/>
              <a:gd name="connsiteX57" fmla="*/ 416719 w 440531"/>
              <a:gd name="connsiteY57" fmla="*/ 62982 h 658295"/>
              <a:gd name="connsiteX58" fmla="*/ 407194 w 440531"/>
              <a:gd name="connsiteY58" fmla="*/ 58220 h 658295"/>
              <a:gd name="connsiteX59" fmla="*/ 388144 w 440531"/>
              <a:gd name="connsiteY59" fmla="*/ 46313 h 658295"/>
              <a:gd name="connsiteX60" fmla="*/ 361950 w 440531"/>
              <a:gd name="connsiteY60" fmla="*/ 27263 h 658295"/>
              <a:gd name="connsiteX61" fmla="*/ 326231 w 440531"/>
              <a:gd name="connsiteY61" fmla="*/ 10595 h 658295"/>
              <a:gd name="connsiteX62" fmla="*/ 311944 w 440531"/>
              <a:gd name="connsiteY62" fmla="*/ 5832 h 658295"/>
              <a:gd name="connsiteX63" fmla="*/ 319088 w 440531"/>
              <a:gd name="connsiteY63" fmla="*/ 1070 h 658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40531" h="658295">
                <a:moveTo>
                  <a:pt x="319088" y="1070"/>
                </a:moveTo>
                <a:cubicBezTo>
                  <a:pt x="315516" y="673"/>
                  <a:pt x="299278" y="-360"/>
                  <a:pt x="290513" y="3451"/>
                </a:cubicBezTo>
                <a:cubicBezTo>
                  <a:pt x="280167" y="7949"/>
                  <a:pt x="273705" y="18624"/>
                  <a:pt x="264319" y="24882"/>
                </a:cubicBezTo>
                <a:cubicBezTo>
                  <a:pt x="218561" y="55389"/>
                  <a:pt x="266358" y="22177"/>
                  <a:pt x="223838" y="55838"/>
                </a:cubicBezTo>
                <a:cubicBezTo>
                  <a:pt x="211391" y="65692"/>
                  <a:pt x="185738" y="84413"/>
                  <a:pt x="185738" y="84413"/>
                </a:cubicBezTo>
                <a:cubicBezTo>
                  <a:pt x="168760" y="112710"/>
                  <a:pt x="189200" y="80825"/>
                  <a:pt x="147638" y="127276"/>
                </a:cubicBezTo>
                <a:cubicBezTo>
                  <a:pt x="134144" y="142357"/>
                  <a:pt x="120946" y="157709"/>
                  <a:pt x="107156" y="172520"/>
                </a:cubicBezTo>
                <a:cubicBezTo>
                  <a:pt x="99507" y="180736"/>
                  <a:pt x="91281" y="188395"/>
                  <a:pt x="83344" y="196332"/>
                </a:cubicBezTo>
                <a:cubicBezTo>
                  <a:pt x="80169" y="199507"/>
                  <a:pt x="76513" y="202265"/>
                  <a:pt x="73819" y="205857"/>
                </a:cubicBezTo>
                <a:cubicBezTo>
                  <a:pt x="69056" y="212207"/>
                  <a:pt x="64371" y="218616"/>
                  <a:pt x="59531" y="224907"/>
                </a:cubicBezTo>
                <a:cubicBezTo>
                  <a:pt x="47700" y="240286"/>
                  <a:pt x="35223" y="252587"/>
                  <a:pt x="28575" y="272532"/>
                </a:cubicBezTo>
                <a:cubicBezTo>
                  <a:pt x="24623" y="284390"/>
                  <a:pt x="23828" y="285558"/>
                  <a:pt x="21431" y="296345"/>
                </a:cubicBezTo>
                <a:cubicBezTo>
                  <a:pt x="20553" y="300296"/>
                  <a:pt x="20115" y="304346"/>
                  <a:pt x="19050" y="308251"/>
                </a:cubicBezTo>
                <a:cubicBezTo>
                  <a:pt x="17729" y="313094"/>
                  <a:pt x="15764" y="317740"/>
                  <a:pt x="14288" y="322538"/>
                </a:cubicBezTo>
                <a:cubicBezTo>
                  <a:pt x="12589" y="328061"/>
                  <a:pt x="11014" y="333623"/>
                  <a:pt x="9525" y="339207"/>
                </a:cubicBezTo>
                <a:cubicBezTo>
                  <a:pt x="6995" y="348694"/>
                  <a:pt x="4762" y="358257"/>
                  <a:pt x="2381" y="367782"/>
                </a:cubicBezTo>
                <a:lnTo>
                  <a:pt x="0" y="377307"/>
                </a:lnTo>
                <a:cubicBezTo>
                  <a:pt x="576" y="391123"/>
                  <a:pt x="-1911" y="423960"/>
                  <a:pt x="4763" y="443982"/>
                </a:cubicBezTo>
                <a:cubicBezTo>
                  <a:pt x="8057" y="453863"/>
                  <a:pt x="12765" y="464176"/>
                  <a:pt x="19050" y="472557"/>
                </a:cubicBezTo>
                <a:cubicBezTo>
                  <a:pt x="22099" y="476623"/>
                  <a:pt x="25586" y="480353"/>
                  <a:pt x="28575" y="484463"/>
                </a:cubicBezTo>
                <a:cubicBezTo>
                  <a:pt x="30652" y="487319"/>
                  <a:pt x="41356" y="504388"/>
                  <a:pt x="45244" y="508276"/>
                </a:cubicBezTo>
                <a:cubicBezTo>
                  <a:pt x="48838" y="511870"/>
                  <a:pt x="53351" y="514424"/>
                  <a:pt x="57150" y="517801"/>
                </a:cubicBezTo>
                <a:cubicBezTo>
                  <a:pt x="60506" y="520784"/>
                  <a:pt x="63131" y="524569"/>
                  <a:pt x="66675" y="527326"/>
                </a:cubicBezTo>
                <a:cubicBezTo>
                  <a:pt x="70328" y="530168"/>
                  <a:pt x="74942" y="531611"/>
                  <a:pt x="78581" y="534470"/>
                </a:cubicBezTo>
                <a:cubicBezTo>
                  <a:pt x="130137" y="574978"/>
                  <a:pt x="83529" y="539990"/>
                  <a:pt x="107156" y="560663"/>
                </a:cubicBezTo>
                <a:cubicBezTo>
                  <a:pt x="119888" y="571803"/>
                  <a:pt x="133109" y="579837"/>
                  <a:pt x="147638" y="589238"/>
                </a:cubicBezTo>
                <a:cubicBezTo>
                  <a:pt x="151524" y="591752"/>
                  <a:pt x="155841" y="593605"/>
                  <a:pt x="159544" y="596382"/>
                </a:cubicBezTo>
                <a:cubicBezTo>
                  <a:pt x="162719" y="598763"/>
                  <a:pt x="165519" y="601751"/>
                  <a:pt x="169069" y="603526"/>
                </a:cubicBezTo>
                <a:cubicBezTo>
                  <a:pt x="173559" y="605771"/>
                  <a:pt x="178594" y="606701"/>
                  <a:pt x="183356" y="608288"/>
                </a:cubicBezTo>
                <a:cubicBezTo>
                  <a:pt x="193801" y="616644"/>
                  <a:pt x="196604" y="620249"/>
                  <a:pt x="209550" y="624957"/>
                </a:cubicBezTo>
                <a:cubicBezTo>
                  <a:pt x="213354" y="626340"/>
                  <a:pt x="217487" y="626544"/>
                  <a:pt x="221456" y="627338"/>
                </a:cubicBezTo>
                <a:cubicBezTo>
                  <a:pt x="225425" y="629719"/>
                  <a:pt x="229065" y="632763"/>
                  <a:pt x="233363" y="634482"/>
                </a:cubicBezTo>
                <a:cubicBezTo>
                  <a:pt x="237121" y="635985"/>
                  <a:pt x="241343" y="635881"/>
                  <a:pt x="245269" y="636863"/>
                </a:cubicBezTo>
                <a:cubicBezTo>
                  <a:pt x="250875" y="638265"/>
                  <a:pt x="256456" y="639799"/>
                  <a:pt x="261938" y="641626"/>
                </a:cubicBezTo>
                <a:cubicBezTo>
                  <a:pt x="285495" y="649478"/>
                  <a:pt x="261055" y="644789"/>
                  <a:pt x="292894" y="648770"/>
                </a:cubicBezTo>
                <a:cubicBezTo>
                  <a:pt x="302419" y="651945"/>
                  <a:pt x="311429" y="658295"/>
                  <a:pt x="321469" y="658295"/>
                </a:cubicBezTo>
                <a:cubicBezTo>
                  <a:pt x="343134" y="658295"/>
                  <a:pt x="364469" y="652763"/>
                  <a:pt x="385763" y="648770"/>
                </a:cubicBezTo>
                <a:cubicBezTo>
                  <a:pt x="389964" y="647982"/>
                  <a:pt x="393905" y="646034"/>
                  <a:pt x="397669" y="644007"/>
                </a:cubicBezTo>
                <a:cubicBezTo>
                  <a:pt x="404262" y="640457"/>
                  <a:pt x="411424" y="637396"/>
                  <a:pt x="416719" y="632101"/>
                </a:cubicBezTo>
                <a:cubicBezTo>
                  <a:pt x="425954" y="622866"/>
                  <a:pt x="425928" y="623323"/>
                  <a:pt x="435769" y="610670"/>
                </a:cubicBezTo>
                <a:cubicBezTo>
                  <a:pt x="437526" y="608411"/>
                  <a:pt x="438944" y="605907"/>
                  <a:pt x="440531" y="603526"/>
                </a:cubicBezTo>
                <a:cubicBezTo>
                  <a:pt x="438150" y="584476"/>
                  <a:pt x="436650" y="565295"/>
                  <a:pt x="433388" y="546376"/>
                </a:cubicBezTo>
                <a:cubicBezTo>
                  <a:pt x="432662" y="542164"/>
                  <a:pt x="430537" y="538293"/>
                  <a:pt x="428625" y="534470"/>
                </a:cubicBezTo>
                <a:cubicBezTo>
                  <a:pt x="426771" y="530762"/>
                  <a:pt x="419868" y="519828"/>
                  <a:pt x="416719" y="515420"/>
                </a:cubicBezTo>
                <a:cubicBezTo>
                  <a:pt x="414412" y="512190"/>
                  <a:pt x="411678" y="509261"/>
                  <a:pt x="409575" y="505895"/>
                </a:cubicBezTo>
                <a:cubicBezTo>
                  <a:pt x="402383" y="494388"/>
                  <a:pt x="407108" y="496600"/>
                  <a:pt x="397669" y="484463"/>
                </a:cubicBezTo>
                <a:cubicBezTo>
                  <a:pt x="394912" y="480919"/>
                  <a:pt x="391553" y="477860"/>
                  <a:pt x="388144" y="474938"/>
                </a:cubicBezTo>
                <a:cubicBezTo>
                  <a:pt x="376376" y="464852"/>
                  <a:pt x="359770" y="451226"/>
                  <a:pt x="345281" y="443982"/>
                </a:cubicBezTo>
                <a:cubicBezTo>
                  <a:pt x="340791" y="441737"/>
                  <a:pt x="335679" y="441022"/>
                  <a:pt x="330994" y="439220"/>
                </a:cubicBezTo>
                <a:cubicBezTo>
                  <a:pt x="325352" y="437050"/>
                  <a:pt x="319732" y="434780"/>
                  <a:pt x="314325" y="432076"/>
                </a:cubicBezTo>
                <a:cubicBezTo>
                  <a:pt x="291620" y="420723"/>
                  <a:pt x="291507" y="420038"/>
                  <a:pt x="273844" y="408263"/>
                </a:cubicBezTo>
                <a:cubicBezTo>
                  <a:pt x="273050" y="404294"/>
                  <a:pt x="271153" y="400392"/>
                  <a:pt x="271463" y="396357"/>
                </a:cubicBezTo>
                <a:cubicBezTo>
                  <a:pt x="274016" y="363161"/>
                  <a:pt x="307684" y="334775"/>
                  <a:pt x="323850" y="313013"/>
                </a:cubicBezTo>
                <a:cubicBezTo>
                  <a:pt x="328583" y="306641"/>
                  <a:pt x="332525" y="299576"/>
                  <a:pt x="338138" y="293963"/>
                </a:cubicBezTo>
                <a:cubicBezTo>
                  <a:pt x="346431" y="285670"/>
                  <a:pt x="355739" y="277933"/>
                  <a:pt x="361950" y="267770"/>
                </a:cubicBezTo>
                <a:cubicBezTo>
                  <a:pt x="382119" y="234765"/>
                  <a:pt x="400386" y="200021"/>
                  <a:pt x="411956" y="162995"/>
                </a:cubicBezTo>
                <a:cubicBezTo>
                  <a:pt x="415861" y="150500"/>
                  <a:pt x="418306" y="137595"/>
                  <a:pt x="421481" y="124895"/>
                </a:cubicBezTo>
                <a:cubicBezTo>
                  <a:pt x="423737" y="100088"/>
                  <a:pt x="427280" y="88630"/>
                  <a:pt x="416719" y="62982"/>
                </a:cubicBezTo>
                <a:cubicBezTo>
                  <a:pt x="415367" y="59700"/>
                  <a:pt x="410260" y="60009"/>
                  <a:pt x="407194" y="58220"/>
                </a:cubicBezTo>
                <a:cubicBezTo>
                  <a:pt x="400726" y="54447"/>
                  <a:pt x="394238" y="50666"/>
                  <a:pt x="388144" y="46313"/>
                </a:cubicBezTo>
                <a:cubicBezTo>
                  <a:pt x="367068" y="31258"/>
                  <a:pt x="381585" y="37735"/>
                  <a:pt x="361950" y="27263"/>
                </a:cubicBezTo>
                <a:cubicBezTo>
                  <a:pt x="348690" y="20191"/>
                  <a:pt x="339453" y="15403"/>
                  <a:pt x="326231" y="10595"/>
                </a:cubicBezTo>
                <a:cubicBezTo>
                  <a:pt x="321513" y="8879"/>
                  <a:pt x="316514" y="7909"/>
                  <a:pt x="311944" y="5832"/>
                </a:cubicBezTo>
                <a:cubicBezTo>
                  <a:pt x="290838" y="-3762"/>
                  <a:pt x="322660" y="1467"/>
                  <a:pt x="319088" y="1070"/>
                </a:cubicBezTo>
                <a:close/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07C5675B-7738-6D87-C933-4B13BE27C1A5}"/>
              </a:ext>
            </a:extLst>
          </p:cNvPr>
          <p:cNvSpPr/>
          <p:nvPr/>
        </p:nvSpPr>
        <p:spPr>
          <a:xfrm flipH="1">
            <a:off x="2336004" y="2338385"/>
            <a:ext cx="392907" cy="595313"/>
          </a:xfrm>
          <a:custGeom>
            <a:avLst/>
            <a:gdLst>
              <a:gd name="connsiteX0" fmla="*/ 319088 w 440531"/>
              <a:gd name="connsiteY0" fmla="*/ 1070 h 658295"/>
              <a:gd name="connsiteX1" fmla="*/ 290513 w 440531"/>
              <a:gd name="connsiteY1" fmla="*/ 3451 h 658295"/>
              <a:gd name="connsiteX2" fmla="*/ 264319 w 440531"/>
              <a:gd name="connsiteY2" fmla="*/ 24882 h 658295"/>
              <a:gd name="connsiteX3" fmla="*/ 223838 w 440531"/>
              <a:gd name="connsiteY3" fmla="*/ 55838 h 658295"/>
              <a:gd name="connsiteX4" fmla="*/ 185738 w 440531"/>
              <a:gd name="connsiteY4" fmla="*/ 84413 h 658295"/>
              <a:gd name="connsiteX5" fmla="*/ 147638 w 440531"/>
              <a:gd name="connsiteY5" fmla="*/ 127276 h 658295"/>
              <a:gd name="connsiteX6" fmla="*/ 107156 w 440531"/>
              <a:gd name="connsiteY6" fmla="*/ 172520 h 658295"/>
              <a:gd name="connsiteX7" fmla="*/ 83344 w 440531"/>
              <a:gd name="connsiteY7" fmla="*/ 196332 h 658295"/>
              <a:gd name="connsiteX8" fmla="*/ 73819 w 440531"/>
              <a:gd name="connsiteY8" fmla="*/ 205857 h 658295"/>
              <a:gd name="connsiteX9" fmla="*/ 59531 w 440531"/>
              <a:gd name="connsiteY9" fmla="*/ 224907 h 658295"/>
              <a:gd name="connsiteX10" fmla="*/ 28575 w 440531"/>
              <a:gd name="connsiteY10" fmla="*/ 272532 h 658295"/>
              <a:gd name="connsiteX11" fmla="*/ 21431 w 440531"/>
              <a:gd name="connsiteY11" fmla="*/ 296345 h 658295"/>
              <a:gd name="connsiteX12" fmla="*/ 19050 w 440531"/>
              <a:gd name="connsiteY12" fmla="*/ 308251 h 658295"/>
              <a:gd name="connsiteX13" fmla="*/ 14288 w 440531"/>
              <a:gd name="connsiteY13" fmla="*/ 322538 h 658295"/>
              <a:gd name="connsiteX14" fmla="*/ 9525 w 440531"/>
              <a:gd name="connsiteY14" fmla="*/ 339207 h 658295"/>
              <a:gd name="connsiteX15" fmla="*/ 2381 w 440531"/>
              <a:gd name="connsiteY15" fmla="*/ 367782 h 658295"/>
              <a:gd name="connsiteX16" fmla="*/ 0 w 440531"/>
              <a:gd name="connsiteY16" fmla="*/ 377307 h 658295"/>
              <a:gd name="connsiteX17" fmla="*/ 4763 w 440531"/>
              <a:gd name="connsiteY17" fmla="*/ 443982 h 658295"/>
              <a:gd name="connsiteX18" fmla="*/ 19050 w 440531"/>
              <a:gd name="connsiteY18" fmla="*/ 472557 h 658295"/>
              <a:gd name="connsiteX19" fmla="*/ 28575 w 440531"/>
              <a:gd name="connsiteY19" fmla="*/ 484463 h 658295"/>
              <a:gd name="connsiteX20" fmla="*/ 45244 w 440531"/>
              <a:gd name="connsiteY20" fmla="*/ 508276 h 658295"/>
              <a:gd name="connsiteX21" fmla="*/ 57150 w 440531"/>
              <a:gd name="connsiteY21" fmla="*/ 517801 h 658295"/>
              <a:gd name="connsiteX22" fmla="*/ 66675 w 440531"/>
              <a:gd name="connsiteY22" fmla="*/ 527326 h 658295"/>
              <a:gd name="connsiteX23" fmla="*/ 78581 w 440531"/>
              <a:gd name="connsiteY23" fmla="*/ 534470 h 658295"/>
              <a:gd name="connsiteX24" fmla="*/ 107156 w 440531"/>
              <a:gd name="connsiteY24" fmla="*/ 560663 h 658295"/>
              <a:gd name="connsiteX25" fmla="*/ 147638 w 440531"/>
              <a:gd name="connsiteY25" fmla="*/ 589238 h 658295"/>
              <a:gd name="connsiteX26" fmla="*/ 159544 w 440531"/>
              <a:gd name="connsiteY26" fmla="*/ 596382 h 658295"/>
              <a:gd name="connsiteX27" fmla="*/ 169069 w 440531"/>
              <a:gd name="connsiteY27" fmla="*/ 603526 h 658295"/>
              <a:gd name="connsiteX28" fmla="*/ 183356 w 440531"/>
              <a:gd name="connsiteY28" fmla="*/ 608288 h 658295"/>
              <a:gd name="connsiteX29" fmla="*/ 209550 w 440531"/>
              <a:gd name="connsiteY29" fmla="*/ 624957 h 658295"/>
              <a:gd name="connsiteX30" fmla="*/ 221456 w 440531"/>
              <a:gd name="connsiteY30" fmla="*/ 627338 h 658295"/>
              <a:gd name="connsiteX31" fmla="*/ 233363 w 440531"/>
              <a:gd name="connsiteY31" fmla="*/ 634482 h 658295"/>
              <a:gd name="connsiteX32" fmla="*/ 245269 w 440531"/>
              <a:gd name="connsiteY32" fmla="*/ 636863 h 658295"/>
              <a:gd name="connsiteX33" fmla="*/ 261938 w 440531"/>
              <a:gd name="connsiteY33" fmla="*/ 641626 h 658295"/>
              <a:gd name="connsiteX34" fmla="*/ 292894 w 440531"/>
              <a:gd name="connsiteY34" fmla="*/ 648770 h 658295"/>
              <a:gd name="connsiteX35" fmla="*/ 321469 w 440531"/>
              <a:gd name="connsiteY35" fmla="*/ 658295 h 658295"/>
              <a:gd name="connsiteX36" fmla="*/ 385763 w 440531"/>
              <a:gd name="connsiteY36" fmla="*/ 648770 h 658295"/>
              <a:gd name="connsiteX37" fmla="*/ 397669 w 440531"/>
              <a:gd name="connsiteY37" fmla="*/ 644007 h 658295"/>
              <a:gd name="connsiteX38" fmla="*/ 416719 w 440531"/>
              <a:gd name="connsiteY38" fmla="*/ 632101 h 658295"/>
              <a:gd name="connsiteX39" fmla="*/ 435769 w 440531"/>
              <a:gd name="connsiteY39" fmla="*/ 610670 h 658295"/>
              <a:gd name="connsiteX40" fmla="*/ 440531 w 440531"/>
              <a:gd name="connsiteY40" fmla="*/ 603526 h 658295"/>
              <a:gd name="connsiteX41" fmla="*/ 433388 w 440531"/>
              <a:gd name="connsiteY41" fmla="*/ 546376 h 658295"/>
              <a:gd name="connsiteX42" fmla="*/ 428625 w 440531"/>
              <a:gd name="connsiteY42" fmla="*/ 534470 h 658295"/>
              <a:gd name="connsiteX43" fmla="*/ 416719 w 440531"/>
              <a:gd name="connsiteY43" fmla="*/ 515420 h 658295"/>
              <a:gd name="connsiteX44" fmla="*/ 409575 w 440531"/>
              <a:gd name="connsiteY44" fmla="*/ 505895 h 658295"/>
              <a:gd name="connsiteX45" fmla="*/ 397669 w 440531"/>
              <a:gd name="connsiteY45" fmla="*/ 484463 h 658295"/>
              <a:gd name="connsiteX46" fmla="*/ 388144 w 440531"/>
              <a:gd name="connsiteY46" fmla="*/ 474938 h 658295"/>
              <a:gd name="connsiteX47" fmla="*/ 345281 w 440531"/>
              <a:gd name="connsiteY47" fmla="*/ 443982 h 658295"/>
              <a:gd name="connsiteX48" fmla="*/ 330994 w 440531"/>
              <a:gd name="connsiteY48" fmla="*/ 439220 h 658295"/>
              <a:gd name="connsiteX49" fmla="*/ 314325 w 440531"/>
              <a:gd name="connsiteY49" fmla="*/ 432076 h 658295"/>
              <a:gd name="connsiteX50" fmla="*/ 273844 w 440531"/>
              <a:gd name="connsiteY50" fmla="*/ 408263 h 658295"/>
              <a:gd name="connsiteX51" fmla="*/ 271463 w 440531"/>
              <a:gd name="connsiteY51" fmla="*/ 396357 h 658295"/>
              <a:gd name="connsiteX52" fmla="*/ 323850 w 440531"/>
              <a:gd name="connsiteY52" fmla="*/ 313013 h 658295"/>
              <a:gd name="connsiteX53" fmla="*/ 338138 w 440531"/>
              <a:gd name="connsiteY53" fmla="*/ 293963 h 658295"/>
              <a:gd name="connsiteX54" fmla="*/ 361950 w 440531"/>
              <a:gd name="connsiteY54" fmla="*/ 267770 h 658295"/>
              <a:gd name="connsiteX55" fmla="*/ 411956 w 440531"/>
              <a:gd name="connsiteY55" fmla="*/ 162995 h 658295"/>
              <a:gd name="connsiteX56" fmla="*/ 421481 w 440531"/>
              <a:gd name="connsiteY56" fmla="*/ 124895 h 658295"/>
              <a:gd name="connsiteX57" fmla="*/ 416719 w 440531"/>
              <a:gd name="connsiteY57" fmla="*/ 62982 h 658295"/>
              <a:gd name="connsiteX58" fmla="*/ 407194 w 440531"/>
              <a:gd name="connsiteY58" fmla="*/ 58220 h 658295"/>
              <a:gd name="connsiteX59" fmla="*/ 388144 w 440531"/>
              <a:gd name="connsiteY59" fmla="*/ 46313 h 658295"/>
              <a:gd name="connsiteX60" fmla="*/ 361950 w 440531"/>
              <a:gd name="connsiteY60" fmla="*/ 27263 h 658295"/>
              <a:gd name="connsiteX61" fmla="*/ 326231 w 440531"/>
              <a:gd name="connsiteY61" fmla="*/ 10595 h 658295"/>
              <a:gd name="connsiteX62" fmla="*/ 311944 w 440531"/>
              <a:gd name="connsiteY62" fmla="*/ 5832 h 658295"/>
              <a:gd name="connsiteX63" fmla="*/ 319088 w 440531"/>
              <a:gd name="connsiteY63" fmla="*/ 1070 h 658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40531" h="658295">
                <a:moveTo>
                  <a:pt x="319088" y="1070"/>
                </a:moveTo>
                <a:cubicBezTo>
                  <a:pt x="315516" y="673"/>
                  <a:pt x="299278" y="-360"/>
                  <a:pt x="290513" y="3451"/>
                </a:cubicBezTo>
                <a:cubicBezTo>
                  <a:pt x="280167" y="7949"/>
                  <a:pt x="273705" y="18624"/>
                  <a:pt x="264319" y="24882"/>
                </a:cubicBezTo>
                <a:cubicBezTo>
                  <a:pt x="218561" y="55389"/>
                  <a:pt x="266358" y="22177"/>
                  <a:pt x="223838" y="55838"/>
                </a:cubicBezTo>
                <a:cubicBezTo>
                  <a:pt x="211391" y="65692"/>
                  <a:pt x="185738" y="84413"/>
                  <a:pt x="185738" y="84413"/>
                </a:cubicBezTo>
                <a:cubicBezTo>
                  <a:pt x="168760" y="112710"/>
                  <a:pt x="189200" y="80825"/>
                  <a:pt x="147638" y="127276"/>
                </a:cubicBezTo>
                <a:cubicBezTo>
                  <a:pt x="134144" y="142357"/>
                  <a:pt x="120946" y="157709"/>
                  <a:pt x="107156" y="172520"/>
                </a:cubicBezTo>
                <a:cubicBezTo>
                  <a:pt x="99507" y="180736"/>
                  <a:pt x="91281" y="188395"/>
                  <a:pt x="83344" y="196332"/>
                </a:cubicBezTo>
                <a:cubicBezTo>
                  <a:pt x="80169" y="199507"/>
                  <a:pt x="76513" y="202265"/>
                  <a:pt x="73819" y="205857"/>
                </a:cubicBezTo>
                <a:cubicBezTo>
                  <a:pt x="69056" y="212207"/>
                  <a:pt x="64371" y="218616"/>
                  <a:pt x="59531" y="224907"/>
                </a:cubicBezTo>
                <a:cubicBezTo>
                  <a:pt x="47700" y="240286"/>
                  <a:pt x="35223" y="252587"/>
                  <a:pt x="28575" y="272532"/>
                </a:cubicBezTo>
                <a:cubicBezTo>
                  <a:pt x="24623" y="284390"/>
                  <a:pt x="23828" y="285558"/>
                  <a:pt x="21431" y="296345"/>
                </a:cubicBezTo>
                <a:cubicBezTo>
                  <a:pt x="20553" y="300296"/>
                  <a:pt x="20115" y="304346"/>
                  <a:pt x="19050" y="308251"/>
                </a:cubicBezTo>
                <a:cubicBezTo>
                  <a:pt x="17729" y="313094"/>
                  <a:pt x="15764" y="317740"/>
                  <a:pt x="14288" y="322538"/>
                </a:cubicBezTo>
                <a:cubicBezTo>
                  <a:pt x="12589" y="328061"/>
                  <a:pt x="11014" y="333623"/>
                  <a:pt x="9525" y="339207"/>
                </a:cubicBezTo>
                <a:cubicBezTo>
                  <a:pt x="6995" y="348694"/>
                  <a:pt x="4762" y="358257"/>
                  <a:pt x="2381" y="367782"/>
                </a:cubicBezTo>
                <a:lnTo>
                  <a:pt x="0" y="377307"/>
                </a:lnTo>
                <a:cubicBezTo>
                  <a:pt x="576" y="391123"/>
                  <a:pt x="-1911" y="423960"/>
                  <a:pt x="4763" y="443982"/>
                </a:cubicBezTo>
                <a:cubicBezTo>
                  <a:pt x="8057" y="453863"/>
                  <a:pt x="12765" y="464176"/>
                  <a:pt x="19050" y="472557"/>
                </a:cubicBezTo>
                <a:cubicBezTo>
                  <a:pt x="22099" y="476623"/>
                  <a:pt x="25586" y="480353"/>
                  <a:pt x="28575" y="484463"/>
                </a:cubicBezTo>
                <a:cubicBezTo>
                  <a:pt x="30652" y="487319"/>
                  <a:pt x="41356" y="504388"/>
                  <a:pt x="45244" y="508276"/>
                </a:cubicBezTo>
                <a:cubicBezTo>
                  <a:pt x="48838" y="511870"/>
                  <a:pt x="53351" y="514424"/>
                  <a:pt x="57150" y="517801"/>
                </a:cubicBezTo>
                <a:cubicBezTo>
                  <a:pt x="60506" y="520784"/>
                  <a:pt x="63131" y="524569"/>
                  <a:pt x="66675" y="527326"/>
                </a:cubicBezTo>
                <a:cubicBezTo>
                  <a:pt x="70328" y="530168"/>
                  <a:pt x="74942" y="531611"/>
                  <a:pt x="78581" y="534470"/>
                </a:cubicBezTo>
                <a:cubicBezTo>
                  <a:pt x="130137" y="574978"/>
                  <a:pt x="83529" y="539990"/>
                  <a:pt x="107156" y="560663"/>
                </a:cubicBezTo>
                <a:cubicBezTo>
                  <a:pt x="119888" y="571803"/>
                  <a:pt x="133109" y="579837"/>
                  <a:pt x="147638" y="589238"/>
                </a:cubicBezTo>
                <a:cubicBezTo>
                  <a:pt x="151524" y="591752"/>
                  <a:pt x="155841" y="593605"/>
                  <a:pt x="159544" y="596382"/>
                </a:cubicBezTo>
                <a:cubicBezTo>
                  <a:pt x="162719" y="598763"/>
                  <a:pt x="165519" y="601751"/>
                  <a:pt x="169069" y="603526"/>
                </a:cubicBezTo>
                <a:cubicBezTo>
                  <a:pt x="173559" y="605771"/>
                  <a:pt x="178594" y="606701"/>
                  <a:pt x="183356" y="608288"/>
                </a:cubicBezTo>
                <a:cubicBezTo>
                  <a:pt x="193801" y="616644"/>
                  <a:pt x="196604" y="620249"/>
                  <a:pt x="209550" y="624957"/>
                </a:cubicBezTo>
                <a:cubicBezTo>
                  <a:pt x="213354" y="626340"/>
                  <a:pt x="217487" y="626544"/>
                  <a:pt x="221456" y="627338"/>
                </a:cubicBezTo>
                <a:cubicBezTo>
                  <a:pt x="225425" y="629719"/>
                  <a:pt x="229065" y="632763"/>
                  <a:pt x="233363" y="634482"/>
                </a:cubicBezTo>
                <a:cubicBezTo>
                  <a:pt x="237121" y="635985"/>
                  <a:pt x="241343" y="635881"/>
                  <a:pt x="245269" y="636863"/>
                </a:cubicBezTo>
                <a:cubicBezTo>
                  <a:pt x="250875" y="638265"/>
                  <a:pt x="256456" y="639799"/>
                  <a:pt x="261938" y="641626"/>
                </a:cubicBezTo>
                <a:cubicBezTo>
                  <a:pt x="285495" y="649478"/>
                  <a:pt x="261055" y="644789"/>
                  <a:pt x="292894" y="648770"/>
                </a:cubicBezTo>
                <a:cubicBezTo>
                  <a:pt x="302419" y="651945"/>
                  <a:pt x="311429" y="658295"/>
                  <a:pt x="321469" y="658295"/>
                </a:cubicBezTo>
                <a:cubicBezTo>
                  <a:pt x="343134" y="658295"/>
                  <a:pt x="364469" y="652763"/>
                  <a:pt x="385763" y="648770"/>
                </a:cubicBezTo>
                <a:cubicBezTo>
                  <a:pt x="389964" y="647982"/>
                  <a:pt x="393905" y="646034"/>
                  <a:pt x="397669" y="644007"/>
                </a:cubicBezTo>
                <a:cubicBezTo>
                  <a:pt x="404262" y="640457"/>
                  <a:pt x="411424" y="637396"/>
                  <a:pt x="416719" y="632101"/>
                </a:cubicBezTo>
                <a:cubicBezTo>
                  <a:pt x="425954" y="622866"/>
                  <a:pt x="425928" y="623323"/>
                  <a:pt x="435769" y="610670"/>
                </a:cubicBezTo>
                <a:cubicBezTo>
                  <a:pt x="437526" y="608411"/>
                  <a:pt x="438944" y="605907"/>
                  <a:pt x="440531" y="603526"/>
                </a:cubicBezTo>
                <a:cubicBezTo>
                  <a:pt x="438150" y="584476"/>
                  <a:pt x="436650" y="565295"/>
                  <a:pt x="433388" y="546376"/>
                </a:cubicBezTo>
                <a:cubicBezTo>
                  <a:pt x="432662" y="542164"/>
                  <a:pt x="430537" y="538293"/>
                  <a:pt x="428625" y="534470"/>
                </a:cubicBezTo>
                <a:cubicBezTo>
                  <a:pt x="426771" y="530762"/>
                  <a:pt x="419868" y="519828"/>
                  <a:pt x="416719" y="515420"/>
                </a:cubicBezTo>
                <a:cubicBezTo>
                  <a:pt x="414412" y="512190"/>
                  <a:pt x="411678" y="509261"/>
                  <a:pt x="409575" y="505895"/>
                </a:cubicBezTo>
                <a:cubicBezTo>
                  <a:pt x="402383" y="494388"/>
                  <a:pt x="407108" y="496600"/>
                  <a:pt x="397669" y="484463"/>
                </a:cubicBezTo>
                <a:cubicBezTo>
                  <a:pt x="394912" y="480919"/>
                  <a:pt x="391553" y="477860"/>
                  <a:pt x="388144" y="474938"/>
                </a:cubicBezTo>
                <a:cubicBezTo>
                  <a:pt x="376376" y="464852"/>
                  <a:pt x="359770" y="451226"/>
                  <a:pt x="345281" y="443982"/>
                </a:cubicBezTo>
                <a:cubicBezTo>
                  <a:pt x="340791" y="441737"/>
                  <a:pt x="335679" y="441022"/>
                  <a:pt x="330994" y="439220"/>
                </a:cubicBezTo>
                <a:cubicBezTo>
                  <a:pt x="325352" y="437050"/>
                  <a:pt x="319732" y="434780"/>
                  <a:pt x="314325" y="432076"/>
                </a:cubicBezTo>
                <a:cubicBezTo>
                  <a:pt x="291620" y="420723"/>
                  <a:pt x="291507" y="420038"/>
                  <a:pt x="273844" y="408263"/>
                </a:cubicBezTo>
                <a:cubicBezTo>
                  <a:pt x="273050" y="404294"/>
                  <a:pt x="271153" y="400392"/>
                  <a:pt x="271463" y="396357"/>
                </a:cubicBezTo>
                <a:cubicBezTo>
                  <a:pt x="274016" y="363161"/>
                  <a:pt x="307684" y="334775"/>
                  <a:pt x="323850" y="313013"/>
                </a:cubicBezTo>
                <a:cubicBezTo>
                  <a:pt x="328583" y="306641"/>
                  <a:pt x="332525" y="299576"/>
                  <a:pt x="338138" y="293963"/>
                </a:cubicBezTo>
                <a:cubicBezTo>
                  <a:pt x="346431" y="285670"/>
                  <a:pt x="355739" y="277933"/>
                  <a:pt x="361950" y="267770"/>
                </a:cubicBezTo>
                <a:cubicBezTo>
                  <a:pt x="382119" y="234765"/>
                  <a:pt x="400386" y="200021"/>
                  <a:pt x="411956" y="162995"/>
                </a:cubicBezTo>
                <a:cubicBezTo>
                  <a:pt x="415861" y="150500"/>
                  <a:pt x="418306" y="137595"/>
                  <a:pt x="421481" y="124895"/>
                </a:cubicBezTo>
                <a:cubicBezTo>
                  <a:pt x="423737" y="100088"/>
                  <a:pt x="427280" y="88630"/>
                  <a:pt x="416719" y="62982"/>
                </a:cubicBezTo>
                <a:cubicBezTo>
                  <a:pt x="415367" y="59700"/>
                  <a:pt x="410260" y="60009"/>
                  <a:pt x="407194" y="58220"/>
                </a:cubicBezTo>
                <a:cubicBezTo>
                  <a:pt x="400726" y="54447"/>
                  <a:pt x="394238" y="50666"/>
                  <a:pt x="388144" y="46313"/>
                </a:cubicBezTo>
                <a:cubicBezTo>
                  <a:pt x="367068" y="31258"/>
                  <a:pt x="381585" y="37735"/>
                  <a:pt x="361950" y="27263"/>
                </a:cubicBezTo>
                <a:cubicBezTo>
                  <a:pt x="348690" y="20191"/>
                  <a:pt x="339453" y="15403"/>
                  <a:pt x="326231" y="10595"/>
                </a:cubicBezTo>
                <a:cubicBezTo>
                  <a:pt x="321513" y="8879"/>
                  <a:pt x="316514" y="7909"/>
                  <a:pt x="311944" y="5832"/>
                </a:cubicBezTo>
                <a:cubicBezTo>
                  <a:pt x="290838" y="-3762"/>
                  <a:pt x="322660" y="1467"/>
                  <a:pt x="319088" y="1070"/>
                </a:cubicBezTo>
                <a:close/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0DAB274-CAED-9FCF-4038-94A2EF8C50C2}"/>
              </a:ext>
            </a:extLst>
          </p:cNvPr>
          <p:cNvCxnSpPr>
            <a:cxnSpLocks/>
          </p:cNvCxnSpPr>
          <p:nvPr/>
        </p:nvCxnSpPr>
        <p:spPr>
          <a:xfrm>
            <a:off x="1728321" y="2962276"/>
            <a:ext cx="1229192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0F0ABF01-CAEB-69D8-D884-747E6939F322}"/>
              </a:ext>
            </a:extLst>
          </p:cNvPr>
          <p:cNvCxnSpPr>
            <a:cxnSpLocks/>
          </p:cNvCxnSpPr>
          <p:nvPr/>
        </p:nvCxnSpPr>
        <p:spPr>
          <a:xfrm>
            <a:off x="1728321" y="2366963"/>
            <a:ext cx="1229192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楕円 24">
            <a:extLst>
              <a:ext uri="{FF2B5EF4-FFF2-40B4-BE49-F238E27FC236}">
                <a16:creationId xmlns:a16="http://schemas.microsoft.com/office/drawing/2014/main" id="{274D3803-B2B2-A375-7B1F-4FA82D6BD32E}"/>
              </a:ext>
            </a:extLst>
          </p:cNvPr>
          <p:cNvSpPr/>
          <p:nvPr/>
        </p:nvSpPr>
        <p:spPr>
          <a:xfrm rot="2700000">
            <a:off x="1774964" y="5888407"/>
            <a:ext cx="876298" cy="201513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F1EC508A-F8BC-0D78-1300-5DF60B5230A0}"/>
              </a:ext>
            </a:extLst>
          </p:cNvPr>
          <p:cNvSpPr/>
          <p:nvPr/>
        </p:nvSpPr>
        <p:spPr>
          <a:xfrm rot="2700000">
            <a:off x="1788058" y="4712072"/>
            <a:ext cx="876298" cy="201513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DAD88D25-4F4A-17AD-F5D7-50D8A5E357B6}"/>
              </a:ext>
            </a:extLst>
          </p:cNvPr>
          <p:cNvSpPr/>
          <p:nvPr/>
        </p:nvSpPr>
        <p:spPr>
          <a:xfrm rot="18755709">
            <a:off x="2001506" y="4072977"/>
            <a:ext cx="876298" cy="201513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A509F1B4-AFFE-909D-1548-2DA4721F7F39}"/>
              </a:ext>
            </a:extLst>
          </p:cNvPr>
          <p:cNvSpPr/>
          <p:nvPr/>
        </p:nvSpPr>
        <p:spPr>
          <a:xfrm rot="18755709">
            <a:off x="2001506" y="5300240"/>
            <a:ext cx="876298" cy="201513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9894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g2581434</dc:creator>
  <cp:lastModifiedBy>g2581434</cp:lastModifiedBy>
  <cp:revision>2</cp:revision>
  <dcterms:created xsi:type="dcterms:W3CDTF">2025-11-29T15:49:21Z</dcterms:created>
  <dcterms:modified xsi:type="dcterms:W3CDTF">2025-11-29T15:58:05Z</dcterms:modified>
</cp:coreProperties>
</file>