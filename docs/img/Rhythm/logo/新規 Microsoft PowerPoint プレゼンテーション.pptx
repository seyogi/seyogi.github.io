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52654-6479-E3D7-5FDB-5FFA6689E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8C5808-92A6-435F-632B-6C0ED91EC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146064-DE53-E36C-8574-11D60633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38E980-86CD-925A-5231-647A8BBC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E71870-1E81-8BE5-43CF-FB44E93A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96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3C341E-D5C7-F9CB-E0D8-370F6F3B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43D06D-A241-FAE2-196F-11EBE2E99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1BDE99-826F-7CBB-D3E1-73C18585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68B9DB-1B71-29D3-3284-BF38115C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E66DDC-C7A1-4332-9CD2-D08BC2E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66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E186B-D7BB-0396-CD25-0C5846C7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032B2B-733E-4A9C-15FB-17EF7FD56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9C1141-1E17-9E68-3C9D-2A102EB0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CC6F45-91CA-A419-4333-1A3A4EE4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04FBC8-EF9A-2C06-E818-FD229C8C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82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FF6AF-DFA8-33E2-AD73-201604144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7ED350-E92B-2640-B069-1ED302294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C1B639-69A7-326D-F428-A4D4725A1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4211D5-2990-1399-DC2D-393874A2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F3F286-8FA7-F9FE-DF3A-7B588158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31212D-831C-A83F-BEA4-5564893D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56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AFB4B8-0AF2-FACF-F345-03B77947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288790-7086-E90B-4A01-DE89B829E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540802-7E94-9E92-BC64-E5025E868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8E3EDD-73A5-A40E-D3B2-6A4405B04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02B43DD-F1CD-7BE6-81D5-153541A09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6D97B1B-F997-E7AD-D28F-AC6BE324A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4EC728-515D-3A18-0037-E90EB16B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616D98-78B0-EACE-6B11-DC0C23E9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51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ECD6F-DB2A-A60D-89DE-2FEE9712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05CEF4-C686-39B1-F5CA-D9F5CC0A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09930F2-0A09-99D8-61E6-ECC481D2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28E831-56B2-3A08-3420-D72E12C8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48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4CBE8-62FD-60F2-8BAB-FF079EFB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2B74598-6E29-2519-8DD3-85A31E40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30B997-502F-2EFB-77D8-D5E05E71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012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D0F20-B553-8676-987E-566D54E5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E72ABA-4D65-3B0C-5807-A64F50BEA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6CDCAC-181C-B51A-15C8-6B1CBF21F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CCA336-DDB4-A716-799E-7FEF782B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F395E0-2A81-84FB-395E-636438F2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F9DEFE-1FE4-FE27-82D5-2222A17F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68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FAF275-A350-4D22-6362-71ADCCADC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69E8621-62FC-E3BB-5841-DF0088DFE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DAC5BF-89B5-781D-EA9B-C6BE8EFD9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808A8B-9727-0737-BC07-4080B517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7C55B8-2D98-0C85-BF74-E6EA0713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93B40D-EB6B-5ED6-180E-AE66B3A8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49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F023B5-3578-718C-12EB-30BB5679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67D6C4-4FEB-7F21-E10E-303456C41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CA73F7-41A5-DCAC-20A3-9121CDAB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815AF8-41CF-D96E-DFCD-1FFCD573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5F0229-E156-1B66-56FD-49DDC465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31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C032AFF-3D3C-BF1E-8AD6-62C73AEC8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52B00D-42DA-250A-FF8D-D9E39FAD6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49CBA1-9964-3D1E-FB06-FCFF511E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55B1D8-B995-8FD1-A006-B900FE0B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A6BA1C-DEEC-D28E-A8DB-DFE73805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63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FA33DE-8937-C7A9-5BB1-0D623453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BAAB8F-5BFC-B654-3F6F-261D7E298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FD9AF6-A5A8-02FA-78DF-B1DDAFF98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F0D4-8CD1-4BC7-9710-511E8FE1399B}" type="datetimeFigureOut">
              <a:rPr kumimoji="1" lang="ja-JP" altLang="en-US" smtClean="0"/>
              <a:t>2022/7/11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36D7DE-3343-4EF3-D678-7E8886BA8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7305FC-6AED-1A73-2DFA-96701D2C0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B26DE-5A30-4546-9C36-623DB9EDEC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31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AFE9AFB-D0F0-BA30-E169-B098CF1D318A}"/>
              </a:ext>
            </a:extLst>
          </p:cNvPr>
          <p:cNvGrpSpPr/>
          <p:nvPr/>
        </p:nvGrpSpPr>
        <p:grpSpPr>
          <a:xfrm>
            <a:off x="3052996" y="385996"/>
            <a:ext cx="6086007" cy="6086007"/>
            <a:chOff x="3052996" y="385996"/>
            <a:chExt cx="6086007" cy="6086007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E03F53E-5288-DA37-9B87-0830586B78CB}"/>
                </a:ext>
              </a:extLst>
            </p:cNvPr>
            <p:cNvSpPr/>
            <p:nvPr/>
          </p:nvSpPr>
          <p:spPr>
            <a:xfrm>
              <a:off x="3052996" y="385996"/>
              <a:ext cx="6086007" cy="60860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6" name="Picture 2" descr="DanceDanceRevolution A3">
              <a:extLst>
                <a:ext uri="{FF2B5EF4-FFF2-40B4-BE49-F238E27FC236}">
                  <a16:creationId xmlns:a16="http://schemas.microsoft.com/office/drawing/2014/main" id="{AF2CE4C4-7244-BD67-C383-6A8E0D7238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8651" y="2266149"/>
              <a:ext cx="5234698" cy="23257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643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Chiba Seyogi</dc:creator>
  <cp:lastModifiedBy>Chiba Seyogi</cp:lastModifiedBy>
  <cp:revision>2</cp:revision>
  <dcterms:created xsi:type="dcterms:W3CDTF">2022-07-11T02:57:39Z</dcterms:created>
  <dcterms:modified xsi:type="dcterms:W3CDTF">2022-07-11T03:03:09Z</dcterms:modified>
</cp:coreProperties>
</file>